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451" y="-5923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763012"/>
              </p:ext>
            </p:extLst>
          </p:nvPr>
        </p:nvGraphicFramePr>
        <p:xfrm>
          <a:off x="68485" y="2364199"/>
          <a:ext cx="3890421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xây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dựng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để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chấm công và tính lương của một tổ chức. 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bao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gồm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/>
                        <a:t>Quản lý nhân sự, hồ sơ làm việc 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đăng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ký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ca </a:t>
                      </a: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làm,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đợt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Chấm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</a:t>
                      </a:r>
                      <a:r>
                        <a:rPr lang="en-US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ca </a:t>
                      </a:r>
                      <a:r>
                        <a:rPr lang="en-US" sz="9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làm</a:t>
                      </a:r>
                      <a:endParaRPr lang="vi-VN" sz="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đơn từ, phê duyệt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Tính lương tự động theo tháng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Phiếu lương, dashboard báo cáo</a:t>
                      </a: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vi-VN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Gửi email khi có phiếu lương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51273"/>
              </p:ext>
            </p:extLst>
          </p:nvPr>
        </p:nvGraphicFramePr>
        <p:xfrm>
          <a:off x="4027952" y="2360409"/>
          <a:ext cx="2789416" cy="2289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244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203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ERP: HỆ THỐNG </a:t>
                </a:r>
                <a:r>
                  <a:rPr lang="vi-VN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CHẤM CÔNG VÀ TÍNH LƯƠNG</a:t>
                </a:r>
                <a:endParaRPr lang="en-US" sz="1200" b="1" dirty="0">
                  <a:solidFill>
                    <a:schemeClr val="accent2"/>
                  </a:solidFill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vi-VN" sz="799" b="1" dirty="0"/>
                  <a:t>Nguyễn Ánh Cương, Vũ Văn Hiệp, Bùi Tuấn Kiệt</a:t>
                </a:r>
                <a:endParaRPr lang="en-US" sz="799" b="1" dirty="0"/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46593"/>
              </p:ext>
            </p:extLst>
          </p:nvPr>
        </p:nvGraphicFramePr>
        <p:xfrm>
          <a:off x="4027952" y="4670365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nghệ sử dụng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23B2A99-2661-4945-745B-F6C3161DB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334" y="4963336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546807"/>
              </p:ext>
            </p:extLst>
          </p:nvPr>
        </p:nvGraphicFramePr>
        <p:xfrm>
          <a:off x="68485" y="3973484"/>
          <a:ext cx="3890421" cy="588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940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6324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F959286E-D53A-FB49-5826-7326306DB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971899"/>
              </p:ext>
            </p:extLst>
          </p:nvPr>
        </p:nvGraphicFramePr>
        <p:xfrm>
          <a:off x="4027951" y="6619313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147885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 phát triển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thêm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chấm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trực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tuyến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theo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vị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trí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(GPS/IP)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 sánh lương giữa các tháng</a:t>
                      </a:r>
                    </a:p>
                    <a:p>
                      <a:pPr marL="346075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Chức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 động xuất và gửi báo cáo lương định kỳ</a:t>
                      </a:r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44A033B-ADB1-65DC-6E8B-77A248771067}"/>
              </a:ext>
            </a:extLst>
          </p:cNvPr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F232106F-BB02-AEDC-69E9-2BDE01BDE00D}"/>
                </a:ext>
              </a:extLst>
            </p:cNvPr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>
              <a:extLst>
                <a:ext uri="{FF2B5EF4-FFF2-40B4-BE49-F238E27FC236}">
                  <a16:creationId xmlns:a16="http://schemas.microsoft.com/office/drawing/2014/main" id="{58468723-8BEE-E9A8-37F1-25D443A786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CA4AE13E-261B-CCD9-0CCB-E209746E8442}"/>
              </a:ext>
            </a:extLst>
          </p:cNvPr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9A6FA28E-24A2-971C-1329-B9C39D802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>
              <a:extLst>
                <a:ext uri="{FF2B5EF4-FFF2-40B4-BE49-F238E27FC236}">
                  <a16:creationId xmlns:a16="http://schemas.microsoft.com/office/drawing/2014/main" id="{CF614D1B-5E22-CCB8-7095-13F12F04FD96}"/>
                </a:ext>
              </a:extLst>
            </p:cNvPr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3051B63-3463-6494-3CCA-F8F194D0A4B7}"/>
                  </a:ext>
                </a:extLst>
              </p:cNvPr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>
                <a:extLst>
                  <a:ext uri="{FF2B5EF4-FFF2-40B4-BE49-F238E27FC236}">
                    <a16:creationId xmlns:a16="http://schemas.microsoft.com/office/drawing/2014/main" id="{E7E7E365-5E2E-837C-A71B-F336329B51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F6D6FB8-D5CD-A885-88AA-DA83C639E2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593" y="6859292"/>
            <a:ext cx="750021" cy="750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EE3B8-BD4B-B463-B745-13C79B73DA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411" y="1178369"/>
            <a:ext cx="805596" cy="805596"/>
          </a:xfrm>
          <a:prstGeom prst="rect">
            <a:avLst/>
          </a:prstGeom>
        </p:spPr>
      </p:pic>
      <p:pic>
        <p:nvPicPr>
          <p:cNvPr id="2" name="Picture 2" descr="Kiến trúc trong OpenERP | ERPOnline">
            <a:extLst>
              <a:ext uri="{FF2B5EF4-FFF2-40B4-BE49-F238E27FC236}">
                <a16:creationId xmlns:a16="http://schemas.microsoft.com/office/drawing/2014/main" id="{FF45FD83-294B-58A2-2156-626FDA487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066" y="3087469"/>
            <a:ext cx="2626650" cy="102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3E46FA-C38F-B80C-AF79-F149AC7E06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460" y="4337868"/>
            <a:ext cx="3720470" cy="6649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52B4A8-005A-AE42-1F33-7A4289CAE9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460" y="5066301"/>
            <a:ext cx="3720470" cy="16960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1BA425-49FD-AF5F-1DB3-8C4A3070FB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460" y="6825810"/>
            <a:ext cx="3720470" cy="11361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223D4EF-CCD0-960A-8154-86FA24E9E4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460" y="8045494"/>
            <a:ext cx="3720470" cy="16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1515</TotalTime>
  <Words>180</Words>
  <Application>Microsoft Office PowerPoint</Application>
  <PresentationFormat>A4 Paper (210x297 mm)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Hebrew Scholar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1671020117 Vũ Văn Hiệp</cp:lastModifiedBy>
  <cp:revision>131</cp:revision>
  <dcterms:created xsi:type="dcterms:W3CDTF">2023-07-02T07:57:15Z</dcterms:created>
  <dcterms:modified xsi:type="dcterms:W3CDTF">2026-01-29T03:57:15Z</dcterms:modified>
</cp:coreProperties>
</file>